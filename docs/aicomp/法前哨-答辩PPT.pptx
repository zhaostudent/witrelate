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30 秒：法前哨不是又一个法律问答机器人，而是一套在‘成为当事人之前’做准备的系统：事实、证据、法律方向、话术，四条能力由不同 Agent 协作完成，每一步留痕。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用一句话把产品讲清楚：四个问题，四条能力，一条可审计的链；不是把四个工具拼在一起，而是每个角色只交一种结构化结论。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四个时刻不是四个产品，而是同一条链的四个入口。真正难的是：信息不全时也要能给出诚实的‘无法判定’，并把下一步动作说清楚。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这一页是需求分析的核心：不是讲法律行业多大，而是讲异构互联到底难在哪。五个缺口一一对应后面的五个机制。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这张图是全场核心：上面是外层主控，下面两个内层 Leader。注意链深 3 的边界，以及证据三叶子在第二台机器。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个部署角色，每个角色只交一种结构化结论；这是 Leader 能稳定汇总的前提。incitement/harm 是软废弃，不部署。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1 解决效率：库内命中走快车道，库外才组织辩论。右侧是防自我确认：快裁自己的裁定不能反过来证明自己。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2 是创新性重点：身份、链深、跨进程链三件事。尤其是 debate_chain 通过 DataPart 跨进程传递，入站不信任正文自报。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3 是交付确定性：五层从提示到程序兜底。裁判追问是唯一的额外交互，但默认关闭且不泄露对方论点。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4/5：证据、法律、溯源三件事的共同点是‘不装懂’。鉴伪给线索和 caveat，法律只引库内条文，溯源每一跳可回。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平台四件事都有证据：注册、发现、跨机、访问。注意底部这条 caveat：程序化 discovery 索引还在滞后，我们不把它写成已解决。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这条是真实外部 AIC 打进来的，不是我们自己刷的。结论恰好展示了产品价值：证据不足时敢说无法判定，并把举证责任讲清楚。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数字只报有证据的：12/10/2 角色、20 轮、12/12 指纹、1 次外部成功。95.45% 必须说明是同源基准，不是泛化准确率。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最后复盘四点经验，并把标准化建议落在协议/平台层面。未来工作只列能验证的，不画大饼。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备用页，只在评委问产品形态时讲：手机 PWA 优先，对方手牌是隐藏信息，只有打出的牌才核验；桌面退到深读/导出。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收尾：法前哨不是替代律师，而是让用户在成为当事人之前，把事实、证据、话术准备好。谢谢。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051560"/>
            <a:ext cx="73152" cy="2880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第八届全球校园人工智能算法精英大赛 · 算法主题赛 · 智能体互联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23B5D"/>
                </a:solidFill>
                <a:latin typeface="微软雅黑"/>
                <a:ea typeface="微软雅黑"/>
              </a:rPr>
              <a:t>法前哨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F4E79"/>
                </a:solidFill>
                <a:latin typeface="微软雅黑"/>
                <a:ea typeface="微软雅黑"/>
              </a:rPr>
              <a:t>面向法律纠纷“事前准备”的可审计多智能体系统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331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技术方案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632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不是“遇到官司再问律师”，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而是“在成为当事人之前，先把事实、证据、话术准备好”。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349240"/>
            <a:ext cx="1874519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43153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梧桐 ACPs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4952" y="5349240"/>
            <a:ext cx="1874519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543153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mTLS + AIC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3792" y="5349240"/>
            <a:ext cx="1874519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543153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两级嵌套 Leader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9893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B8B9B"/>
                </a:solidFill>
                <a:latin typeface="微软雅黑"/>
                <a:ea typeface="微软雅黑"/>
              </a:rPr>
              <a:t>平台：梧桐智能体互联平台  wt.ioa.pub     版本：v1.0 · 2026-10-21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1097280"/>
            <a:ext cx="10972" cy="3931920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1887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152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事实核查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14356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说法可不可信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488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11226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证据鉴伪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39572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图/音/视频有没有被动过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10896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07238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法律方向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35584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下一步该做什么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40690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403250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话术演练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31596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对方在带什么节奏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01 / 作品概述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一句话：把“事前准备”做成一条可审计的链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98448"/>
            <a:ext cx="676656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2A9D8F"/>
                </a:solidFill>
                <a:latin typeface="微软雅黑"/>
                <a:ea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57607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23B5D"/>
                </a:solidFill>
                <a:latin typeface="微软雅黑"/>
                <a:ea typeface="微软雅黑"/>
              </a:rPr>
              <a:t>很多人不是输在官司里，而是输在事发前：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23B5D"/>
                </a:solidFill>
                <a:latin typeface="微软雅黑"/>
                <a:ea typeface="微软雅黑"/>
              </a:rPr>
              <a:t>转了一条假消息、信了一张改过的图、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23B5D"/>
                </a:solidFill>
                <a:latin typeface="微软雅黑"/>
                <a:ea typeface="微软雅黑"/>
              </a:rPr>
              <a:t>在群里说错一句话、该留的证据没留。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2461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B6B7C"/>
                </a:solidFill>
                <a:latin typeface="微软雅黑"/>
                <a:ea typeface="微软雅黑"/>
              </a:rPr>
              <a:t>法前哨把“事前”拆成四件事，由多个 Agent 协作完成；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B6B7C"/>
                </a:solidFill>
                <a:latin typeface="微软雅黑"/>
                <a:ea typeface="微软雅黑"/>
              </a:rPr>
              <a:t>最终交付一份可回溯的准备清单。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298448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298448"/>
            <a:ext cx="73152" cy="8961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3898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事实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138988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这个说法是真的吗？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55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网络裁判 + 正反辩论 / 快车道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331720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331720"/>
            <a:ext cx="73152" cy="89611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4231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42316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图 / 音频 / 视频被动过吗？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证据鉴证 Leader + 三模态专家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3364991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3364991"/>
            <a:ext cx="73152" cy="8961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5643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法律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45643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下一步该做什么？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380390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法律顾问：库内法条逐字引用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398264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35240" y="4398264"/>
            <a:ext cx="73152" cy="89611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4489703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话术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489703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对方在带什么节奏？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837175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演练场：信息三桶 + 复盘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74920"/>
            <a:ext cx="11064240" cy="658368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3951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最终交付：FinalVerdict + 可回溯准备清单     |     不做法律定性，不替代执业律师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01 / 作品概述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四个真实时刻，四种“来不及”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7218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转发前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群里看到“某地爆炸 / 某银行倒闭”，转还是不转？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要的是：这条说法可不可信、转了会不会出事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47218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被挂截图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4708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被人挂了一张聊天记录截图，是真的吗？该不该回应？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46888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要的是：截图/录音有没有被动过、怎么接话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4670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签约前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2160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租房、借款、合作合同，哪些条款要警惕？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要的是：哪些证据先留、哪些话不能说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0040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34670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找律师前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72160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材料一团乱，说不清时间线。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4340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要的是：先整理事实、证据、诉求，再决定找谁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406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961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12"/>
                </a:solidFill>
                <a:latin typeface="微软雅黑"/>
                <a:ea typeface="微软雅黑"/>
              </a:rPr>
              <a:t>共同点：信息不全、证据没留、话术说错——用户要的不是“法律意见”，是“事前准备”。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02 / 需求分析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真正的难题：异构智能体互联的五个缺口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7043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6B7C"/>
                </a:solidFill>
                <a:latin typeface="微软雅黑"/>
                <a:ea typeface="微软雅黑"/>
              </a:rPr>
              <a:t>不是“再做一个法律 Agent”，而是：当能力分散在不同账号、机器、团队的 Agent 上，怎么安全地发现、委派、回传、留痕。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276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缺口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27632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具体表现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27632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本作品的回答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214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084832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身份与信任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066544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跨账号调用，怎么确认“你是谁、能不能代表这个 Agent”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066544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mTLS + AIC；平台审核；账号前缀闸门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24912"/>
            <a:ext cx="11064240" cy="676656"/>
          </a:xfrm>
          <a:prstGeom prst="rect">
            <a:avLst/>
          </a:prstGeom>
          <a:solidFill>
            <a:srgbClr val="EEF3F8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90779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871216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852928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地址写死就失去互联意义；按 AIC 搜是语义检索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852928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acps.discover 按能力/名称；AIC 只作身份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1129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6941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365760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3639312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各家用自然语言回传，Leader 无法稳定解析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639312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每角色一个 pydantic 交付物；@capability 是提交通道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297680"/>
            <a:ext cx="11064240" cy="676656"/>
          </a:xfrm>
          <a:prstGeom prst="rect">
            <a:avLst/>
          </a:prstGeom>
          <a:solidFill>
            <a:srgbClr val="EEF3F8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805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443984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调度与安全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4425696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多跳委派容易越界、成环、把任务派给错人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425696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两级嵌套；MAX_CHAIN_DEPTH=3；环检测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8406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66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23036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可观测与合规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16352" y="521208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出了事只有聊天记录，无法证明哪一跳用了什么材料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21208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任务库 + sidecar + 可点击溯源表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这五个缺口决定了：不能只做“一个 Leader 调几个 Partner”的 demo，必须把链深、身份、载荷、终止、留痕做成结构。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总体架构：两级嵌套 + 一条主链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77" y="1170432"/>
            <a:ext cx="8851604" cy="5074920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6272784"/>
            <a:ext cx="8595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B9B"/>
                </a:solidFill>
                <a:latin typeface="微软雅黑"/>
                <a:ea typeface="微软雅黑"/>
              </a:rPr>
              <a:t>图 1 · 法前哨两级嵌套 Leader/Partner 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353312"/>
            <a:ext cx="2331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两级嵌套：主控 → 内层 Leader → 叶子；裁判/证据各自组织下游。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链深上限 3；扇出不等于链深；越界/成环结构化拒绝。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s1 主链 7 角色，s2 证据三叶子；DataPart 跨进程传链。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演练场独立进程，不注册 ACPs，不计平台访问。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5532120"/>
            <a:ext cx="2240280" cy="566928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82912" y="5605272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12 角色 · 10 部署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2 软废弃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角色与契约：10 个部署，每个只交一种结构化结论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618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53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leader（法前哨）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5331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35331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FinalVerdict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664207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外层主控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618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353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fact-judge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35331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59" y="135331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FactRuling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664207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内层裁判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94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debate-pro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19456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194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结构化辩词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505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正方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10312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2194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debate-con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19456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59" y="2194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结构化辩词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05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反方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4436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evidence-leader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03580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79" y="30358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EvidenceRuling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3346703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证据汇总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94436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03580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8449 · s2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59" y="30358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模态线索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3346703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图像鉴伪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78561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38770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evidence-audio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38770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8451 · s2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79" y="38770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模态线索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418795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音频鉴伪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8561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8770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evidence-video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8770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8452 · s2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59" y="38770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模态线索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4224" y="418795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视频鉴伪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2686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944" y="47183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law-advisor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47183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79" y="47183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LegalAdvice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法律建议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62686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224" y="47183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lead-intake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7183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5559" y="47183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LeadSubmission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4224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线索受理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契约纪律：@capability 不是计算逻辑，而是模型提交结论的通道；缺字段 / 值域不对 → 模型可读的结构化错误。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FinalVerdict 保留 is_incitement / harm_index 仅作兼容；两个评估角色软废弃后，这两个字段固定 false / 0，不再承担主指标。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1：检索优先，辩论只在库外发生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微软雅黑"/>
                <a:ea typeface="微软雅黑"/>
              </a:rPr>
              <a:t>事实库 / 经验库对齐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4630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E6F4F0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命中：快车道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4630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16459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FactRuling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17520" y="1755648"/>
            <a:ext cx="457200" cy="237744"/>
          </a:xfrm>
          <a:prstGeom prst="righ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080760" y="1755648"/>
            <a:ext cx="457200" cy="237744"/>
          </a:xfrm>
          <a:prstGeom prst="righ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461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未命中：正反辩论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30632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2461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辩手结构化回传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0632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32461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FactRuling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17520" y="3355848"/>
            <a:ext cx="457200" cy="237744"/>
          </a:xfrm>
          <a:prstGeom prst="rightArrow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6080760" y="3355848"/>
            <a:ext cx="457200" cy="237744"/>
          </a:xfrm>
          <a:prstGeom prst="rightArrow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9572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快车道：跳过辩手，直接出裁定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050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9A23B"/>
                </a:solidFill>
                <a:latin typeface="微软雅黑"/>
                <a:ea typeface="微软雅黑"/>
              </a:rPr>
              <a:t>辩论道：正反并发扇出，回齐后裁定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417320"/>
            <a:ext cx="2240280" cy="352044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572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A4A12"/>
                </a:solidFill>
                <a:latin typeface="微软雅黑"/>
                <a:ea typeface="微软雅黑"/>
              </a:rPr>
              <a:t>防自我确认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38528"/>
            <a:ext cx="1965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9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900" b="0">
                <a:solidFill>
                  <a:srgbClr val="7A5A32"/>
                </a:solidFill>
                <a:latin typeface="微软雅黑"/>
                <a:ea typeface="微软雅黑"/>
              </a:rPr>
              <a:t>只有辩论道产出或人工核 gt 的裁定，才有快裁资格。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9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900" b="0">
                <a:solidFill>
                  <a:srgbClr val="7A5A32"/>
                </a:solidFill>
                <a:latin typeface="微软雅黑"/>
                <a:ea typeface="微软雅黑"/>
              </a:rPr>
              <a:t>快裁自己的裁定进池，但永不触发快裁。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9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900" b="0">
                <a:solidFill>
                  <a:srgbClr val="7A5A32"/>
                </a:solidFill>
                <a:latin typeface="微软雅黑"/>
                <a:ea typeface="微软雅黑"/>
              </a:rPr>
              <a:t>库外事件允许“无法判定”，不硬判。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检索不是“替代思考”，而是把有限的辩论预算留给库外新案。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2：委托链安全（身份、链深、跨进程）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身份闸门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mTLS + AIC：证书 CN/SAN 写身份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3172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目标 AIC 必须属于本账号前缀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拦 discovery 召回到的外部团队 Agent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委托链白名单 + 平台审核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280160"/>
            <a:ext cx="3566160" cy="82296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链深与环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9A23B"/>
                </a:solidFill>
                <a:latin typeface="微软雅黑"/>
                <a:ea typeface="微软雅黑"/>
              </a:rPr>
              <a:t>MAX_CHAIN_DEPTH =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233172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主控(1) → 内层 Leader(2) → 叶子(3)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扇出不等于链深；失败重试放行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越界 / 成环 → 结构化错误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28016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跨进程链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DataPart 携带 debate_chain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3172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出站把链并进 acps_delegate 的 request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入站由 Hook 挑回，不认正文自报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跨机 / 跨进程都不丢链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4243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把安全做成结构，不做成纪律。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3：五层终止，保证“一定交付”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61872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408175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472184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371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工具收敛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3716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本轮可用工具收敛到只剩结论工具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39696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286000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50008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强提示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24942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system 提示：必须现在交结论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163824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22783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27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预算兜底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2724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专家未回 + 只剩 1–2 步：强制，并标注信息不完整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95344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41648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10565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40050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提交后清空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0050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结论提交后清空工具，只能文本收尾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73168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232" y="491947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983480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48828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程序兜底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88289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从专家载荷拼 FinalVerdict，标注“程序兜底生成”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1280160"/>
            <a:ext cx="3794760" cy="3429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1" y="14447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3B5D"/>
                </a:solidFill>
                <a:latin typeface="微软雅黑"/>
                <a:ea typeface="微软雅黑"/>
              </a:rPr>
              <a:t>裁判定向追问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1874519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双方回齐后、裁定前，允许一次追问。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默认关闭；裁判 followup_rounds=1。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追问不透露对方论点。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预算余量不足 2 步，不 offer。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406908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追问不是新任务，只补一个事实缺口；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仍不交 → 回到五层兜底。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目标不是“让模型更自觉”，而是让它在任何情况下都能交出一个可审计的结果。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4/5：鉴伪给线索，法律给方向，全程留痕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证据鉴伪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5623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只给技术线索，不给“真/假”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图像：EXIF/XMP、ELA、噪声、JPEG 量化表、复制-移动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音频：容器/编码、频谱、底噪、市电、波形域九项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视频：容器七项 + 可零解码帧、时间线自洽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每条线索带 caveat；没跑成的进 not_run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4572000"/>
            <a:ext cx="3154680" cy="4389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68172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判据：suspicion=无法判定 必须列 not_run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280160"/>
            <a:ext cx="35661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法律建议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185623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库内法条，逐字引用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7" y="228600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只引 8 部库内法律，逐字摘录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库内没有的领域：applicable=False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输出行动方向，不替用户定性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不推荐具体律师，只给专业领域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7" y="4572000"/>
            <a:ext cx="3154680" cy="4389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0288" y="468172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边界：库外 → applicable=False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1280160"/>
            <a:ext cx="3566160" cy="82296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可追溯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185623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9A23B"/>
                </a:solidFill>
                <a:latin typeface="微软雅黑"/>
                <a:ea typeface="微软雅黑"/>
              </a:rPr>
              <a:t>每一跳都能回到任务与材料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28600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aip-tasks.sqlite3 是权威事实源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verdict-*.meta.json 与平台会话握手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tools.trace 生成 JSON / Markdown / HTML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演练场三桶隔离 + 强制揭示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47888" y="4572000"/>
            <a:ext cx="3154680" cy="4389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7" y="468172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锚点：task_ref + event_seq 可回放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鉴伪的“不知道”要写出来；法律的“不适用”要说出来；溯源的“哪一跳”要指出来。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04 / 项目实施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平台接入：注册、发现、跨机、访问都留下证据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注册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325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10 个部署角色 APPROVED/active；法前哨 v1.1.0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28600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叮当按名称返回 primary 主控 + legal.issue_verdict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互联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246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s2 证据三叶子；debate_chain 跨机；e2e 探针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06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访问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06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改名后外部成功 1 次；历史 268 inbound / 成功 1</a:t>
            </a:r>
          </a:p>
        </p:txBody>
      </p:sp>
      <p:pic>
        <p:nvPicPr>
          <p:cNvPr id="17" name="Picture 16" descr="平台验证-拼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69534"/>
            <a:ext cx="5669280" cy="2499274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080760" y="3822191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B9B"/>
                </a:solidFill>
                <a:latin typeface="微软雅黑"/>
                <a:ea typeface="微软雅黑"/>
              </a:rPr>
              <a:t>图 2 · 平台详情（新 AIC）与叮当按名称发现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4160520"/>
            <a:ext cx="5669280" cy="141732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4279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12"/>
                </a:solidFill>
                <a:latin typeface="微软雅黑"/>
                <a:ea typeface="微软雅黑"/>
              </a:rPr>
              <a:t>平台侧注意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553712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7A5A32"/>
                </a:solidFill>
                <a:latin typeface="微软雅黑"/>
                <a:ea typeface="微软雅黑"/>
              </a:rPr>
              <a:t>“输入 AIC 查询在线状态”会假阴性：Discovery 是语义检索，不是 AIC 精确目录；查 AIC 用 registry / tools.list_agents。改名后 Agent 程序化 acps_discover 的 ADP 索引仍有滞后——本文不写成“已解决”。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7607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B8B9B"/>
                </a:solidFill>
                <a:latin typeface="微软雅黑"/>
                <a:ea typeface="微软雅黑"/>
              </a:rPr>
              <a:t>AIC 1.2.156.3088.1.BUPT.81M3FX.6CKYE5.0ZV54U.0IPO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05 / 应用成效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真实外部调用：不是自测，是另一个账号打进来的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法前哨-业主群回扣-结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3405"/>
            <a:ext cx="3749039" cy="4816948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612648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B8B9B"/>
                </a:solidFill>
                <a:latin typeface="微软雅黑"/>
                <a:ea typeface="微软雅黑"/>
              </a:rPr>
              <a:t>图 3 · 返回原文（节选）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801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外部 AIC · …EZTK03.BS0XTB…（不同账号前缀）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69494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链路：外部 AIC → 叮当 → 法前哨 → 产品回传。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任务 task_96fd0329ecbb，completed，14:12。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结论：无法判定 + 谁主张谁举证 + 名誉权方向。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同会话另有 1 条 canceled；6 条内部自测不计外部。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3977639"/>
            <a:ext cx="6903720" cy="16002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4160520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23B5D"/>
                </a:solidFill>
                <a:latin typeface="微软雅黑"/>
                <a:ea typeface="微软雅黑"/>
              </a:rPr>
              <a:t>“谁主张谁举证……要求你‘自证清白’，属于举证倒置。”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4892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这就是“事前准备”，而不是“法律定性”。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05 / 应用成效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应用成效：有数字，也有边界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A9D8F"/>
                </a:solidFill>
                <a:latin typeface="微软雅黑"/>
                <a:ea typeface="微软雅黑"/>
              </a:rPr>
              <a:t>12 / 10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角色 / 部署 / 软废弃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端口 8443–8454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A9D8F"/>
                </a:solidFill>
                <a:latin typeface="微软雅黑"/>
                <a:ea typeface="微软雅黑"/>
              </a:rPr>
              <a:t>20 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真实案例轮 / 跑满 1 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最近一轮四检全绿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A9D8F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ACS 指纹未漂移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check_local 21 节通过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9A23B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改名后成功外部调用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task_96fd0329ecbb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4612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3832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历史快照（旧 AIC）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657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268 inbound / 外部 4 / 成功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6908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不和新 AIC 的 1 次相加；分开写。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24612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3832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A4A12"/>
                </a:solidFill>
                <a:latin typeface="微软雅黑"/>
                <a:ea typeface="微软雅黑"/>
              </a:rPr>
              <a:t>评测口径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3657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A4A12"/>
                </a:solidFill>
                <a:latin typeface="微软雅黑"/>
                <a:ea typeface="微软雅黑"/>
              </a:rPr>
              <a:t>21/22（95.45%）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06908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7A5A32"/>
                </a:solidFill>
                <a:latin typeface="微软雅黑"/>
                <a:ea typeface="微软雅黑"/>
              </a:rPr>
              <a:t>22 条同源基准，不是泛化准确率；无“断章取义/无法判定”基准。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663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把“历史快照 / 改名后新增 / 内部自测”三本账分开，是这份材料最重要的诚实。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B8B9B"/>
                </a:solidFill>
                <a:latin typeface="微软雅黑"/>
                <a:ea typeface="微软雅黑"/>
              </a:rPr>
              <a:t>所有数字都有任务库 / 截图 / 命令输出对应；没有证据的数字不写。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06 /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复盘：四点经验 + 四条标准化建议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0817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先定契约，再写代码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5564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每个 Agent 的交付物先钉死，Leader 不解析自然语言。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28016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40817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不要相信模型自觉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75564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终止、追问、工具选择、鉴伪结论都要结构约束。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1693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判据要能证伪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6440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completed 不算成功；output 新文件才算；not_run 必须显式。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278892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91693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平台适配是硬功夫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26440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Discovery filter、并发登录、软删除、AIC 轮换，都是真坑。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280160"/>
            <a:ext cx="5257800" cy="361188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14447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3B5D"/>
                </a:solidFill>
                <a:latin typeface="微软雅黑"/>
                <a:ea typeface="微软雅黑"/>
              </a:rPr>
              <a:t>标准化建议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874519"/>
            <a:ext cx="4800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AIP/AAC 的多级委派需要显式链深约束；本项目在应用层补 MAX_CHAIN_DEPTH=3。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Discovery 需要 AIC 精确目录；语义检索不能替代身份查找。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软删除 / 可见性语义应在发现索引中一致传播。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AMP 的 Access / Message 口径应在控制台写清楚。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41605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4E79"/>
                </a:solidFill>
                <a:latin typeface="微软雅黑"/>
                <a:ea typeface="微软雅黑"/>
              </a:rPr>
              <a:t>把踩过的坑，变成下一支队伍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4E79"/>
                </a:solidFill>
                <a:latin typeface="微软雅黑"/>
                <a:ea typeface="微软雅黑"/>
              </a:rPr>
              <a:t>不用再踩的适配层。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未来：20 条 holdout / 鉴伪 ground truth / MCP 能力开放 / 角色收敛赛后做。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Q&amp;A 备用 · 产品化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手机端：把他“有什么”藏起来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3-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37" y="1115568"/>
            <a:ext cx="2345045" cy="5074920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62362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手机端 · 对方打出一张牌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1704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E9A23B"/>
                </a:solidFill>
                <a:latin typeface="微软雅黑"/>
                <a:ea typeface="微软雅黑"/>
              </a:rPr>
              <a:t>本页不讲 · Q&amp;A 备用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600200"/>
            <a:ext cx="80924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主入口是手机 PWA，不是桌面 exe：消息、截图、录音都在手机上。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对方只有一个牌背 + “数量未知”；声称是虚线标签，不是牌。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只有“已打出”的牌才进入核验；复盘才给实际手牌。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桌面只做深读、整理、导出；手机负责“发生的那一刻”。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343400"/>
            <a:ext cx="8046720" cy="105156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526280"/>
            <a:ext cx="7635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A4A12"/>
                </a:solidFill>
                <a:latin typeface="微软雅黑"/>
                <a:ea typeface="微软雅黑"/>
              </a:rPr>
              <a:t>“他用了哪一张，哪一张才显示；否则用户就成上帝了。”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571500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A9D8F"/>
                </a:solidFill>
                <a:latin typeface="微软雅黑"/>
                <a:ea typeface="微软雅黑"/>
              </a:rPr>
              <a:t>产品原则：声称 ≠ 手牌；手牌 ≠ 已打出；已打出 ≠ 真实；真实 ≠ 能证明。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73152" cy="2834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1440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法前哨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96596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D7E6F3"/>
                </a:solidFill>
                <a:latin typeface="微软雅黑"/>
                <a:ea typeface="微软雅黑"/>
              </a:rPr>
              <a:t>把事实、证据、话术，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D7E6F3"/>
                </a:solidFill>
                <a:latin typeface="微软雅黑"/>
                <a:ea typeface="微软雅黑"/>
              </a:rPr>
              <a:t>准备在成为当事人之前。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840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9C3D8"/>
                </a:solidFill>
                <a:latin typeface="微软雅黑"/>
                <a:ea typeface="微软雅黑"/>
              </a:rPr>
              <a:t>技术方案 · 2026-10-21 · 梧桐智能体互联平台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1206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A9D8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5989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A9C3D8"/>
                </a:solidFill>
                <a:latin typeface="微软雅黑"/>
                <a:ea typeface="微软雅黑"/>
              </a:rPr>
              <a:t>12 角色 · 10 部署 · 两级嵌套 · 全链留痕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